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 — septembre 2026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graphiques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Tous les tickets — créés par jour et par membre (B2B)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SMC_BO — créés par jour et par membre (B2B)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ATP_WO — créés par jour et par membre (B2B)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Rendement en masse — tickets résolus par jour (GP)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Rendement unitaire — tickets par jour et par membre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SMC_BO vs Workflow ATP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Rendement acquittement — tickets par jour et par utilisateur acq. (GP)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Priorité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Répartition type client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Responsabilité (OTN / Client / Tiers)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Réparé par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Etat ticket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Type de produit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Plaintes — Type produit × Service impacté (tous les fichiers)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2026-09-18T13:39:57Z</dcterms:created>
  <dcterms:modified xsi:type="dcterms:W3CDTF">2026-09-18T13:39:57Z</dcterms:modified>
</cp:coreProperties>
</file>