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— septembre 2026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graphiques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 les tickets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SMC_BO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ATP_WO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en masse — tickets résolus par jour (GP)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unitaire — tickets par jour et par membre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SMC_BO vs Workflow ATP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acquittement — tickets par jour et par utilisateur acq. (GP)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2026-09-18T13:14:20Z</dcterms:created>
  <dcterms:modified xsi:type="dcterms:W3CDTF">2026-09-18T13:14:20Z</dcterms:modified>
</cp:coreProperties>
</file>